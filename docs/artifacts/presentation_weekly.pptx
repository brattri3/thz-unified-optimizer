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THz-Unified-Optimizer</a:t>
            </a:r>
          </a:p>
          <a:p>
            <a:pPr>
              <a:defRPr sz="2800">
                <a:solidFill>
                  <a:srgbClr val="818CF8"/>
                </a:solidFill>
              </a:defRPr>
            </a:pPr>
            <a:r>
              <a:t>Результаты недели (14 – 21 июля 2026)</a:t>
            </a:r>
          </a:p>
          <a:p>
            <a:br/>
            <a:pPr>
              <a:defRPr sz="1600">
                <a:solidFill>
                  <a:srgbClr val="F8FAFC"/>
                </a:solidFill>
              </a:defRPr>
            </a:pPr>
            <a:r>
              <a:t>Прецизионное физико-статистическое моделирование проволочных решеток (WGP),</a:t>
            </a:r>
            <a:br/>
            <a:r>
              <a:t>анализ невязок, мультистартовая оптимизация и валидация на образце 40/20 мкм.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Автор: Antigravity IDE | Лаборатория ТГц спектроскопии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🎯 Главные вехи и достижения недели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Физическая эволюция модели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Переход от Pure Blanco к комплексной Jones-матрице с учетом поверхностного импеданса Друде (вольфрам), рассеяния e^(-α ν^γ) и фазовой задержки τ_par.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2. Статистический анализ &amp; LMFIT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Построение матриц ковариации, доверительных интервалов (C(P,D) = -0.9991) и статистический доказательный анализ через Ablation Study (AIC/BIC).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3. Анализ невязок (AGENTS Rule #5)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Подтверждение ненормальности остатков (Shapiro-Wilk) и 85% кросс-серийной корреляции при скользящих углах 50°–90° (апертурная дифракция).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4. Эксперимент на решетке 40/20 мкм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Измерение серий grid_40_20, подтверждение закона масштабирования Deff = Dphys * (1 - 0.85 * D/P) и снижение χ²_ν до 0.00310.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📈 Модельный Ablation Study (Сравнение AIC/BIC)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217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/>
                <a:gridCol w="1036320"/>
                <a:gridCol w="1036320"/>
                <a:gridCol w="1036320"/>
                <a:gridCol w="1036320"/>
                <a:gridCol w="10363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D_eff (мкм)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χ²_ν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RMSE (дБ)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ΔAIC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M0: Blanco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4.614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0.00149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0.039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−19655.7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M1: +Drude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4.462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0.00178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−19116.0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+539.8 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M2: +Scat (γ=2)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4.394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−19491.2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−375.2 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M3: +Scat (free γ)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4.384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−19492.4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−1.2 ≈0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model_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🧪 Новая решётка 40/20 мкм и закон масштабирования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pic>
        <p:nvPicPr>
          <p:cNvPr id="4" name="Picture 3" descr="deff_scaling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Экспериментальная проверка геометрического блокирования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Старая решётка (P=15.5 мкм, D=5.67 мкм, D/P=0.71): Deff/Dphys = 0.40 (Deff = 4.38 мкм).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Новая решётка (P=40.0 мкм, D=20.0 мкм, D/P=0.50): Deff/Dphys = 0.57 (Deff = 11.38 мкм).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Сформулирован эмпирический закон: Deff = Dphys * (1 - 0.85 * D/P).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Подтверждение: при уменьшении плотности WGP effective diameter стремится к физическому полосовому диаметру Dphys.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🔬 Анализ невязок и фазовая анизотропия τ_par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pic>
        <p:nvPicPr>
          <p:cNvPr id="4" name="Picture 3" descr="residuals_comprehensiv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5" name="Picture 4" descr="time_delta_vs_angle_40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🎯 Выводы и дальнейшие шаги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✅ Итоги анализа текущих данных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Аналитический потенциал модели Бланко-Друде исчерпан полностью (RMSE = 0.427 дБ).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Точность вычисления параметров достигла &lt;0.2% (Deff = 4.820 ± 0.007 мкм).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Природа остаточных ошибок 85% на 50°–90° имеет физическую структуру (апертурная дифракция на оправе).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Исключены сбойные серии с асимметрией &gt;70%.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🚀 План будущих работ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FTIR Спектрометрия (Bruker Vertex 70): съем данных в диапазоне &gt; 3 ТГц.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3D методы (RCWA / FDTD): переподготовка модели для голографических пленок (1200 лин/мм).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Журнальная публикация: подготовка статьи по соотношениям Deff(D/P) и анизотропной фазовой задержке.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